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57" r:id="rId5"/>
    <p:sldId id="258" r:id="rId6"/>
    <p:sldId id="259" r:id="rId7"/>
    <p:sldId id="263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18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537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78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405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4949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3032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9898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454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700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26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355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90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6355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497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3122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243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50180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994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7692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2C0C-DE17-4912-90BB-B503A84AE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7849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dirty="0"/>
              <a:t>Last orders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A73351-1C7E-40F7-8020-6DD8AED156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728" b="10419"/>
          <a:stretch/>
        </p:blipFill>
        <p:spPr>
          <a:xfrm>
            <a:off x="1276325" y="384049"/>
            <a:ext cx="963935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70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A526C-B37D-49CC-9BF1-066D1FDC9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composition recap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660717-A064-4360-BFF4-B1441C32A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144383" cy="3684588"/>
          </a:xfrm>
        </p:spPr>
        <p:txBody>
          <a:bodyPr/>
          <a:lstStyle/>
          <a:p>
            <a:r>
              <a:rPr lang="en-GB" dirty="0"/>
              <a:t>Experience with 3d games in unity</a:t>
            </a:r>
          </a:p>
          <a:p>
            <a:r>
              <a:rPr lang="en-GB" dirty="0"/>
              <a:t>Proficient in C#</a:t>
            </a:r>
          </a:p>
          <a:p>
            <a:r>
              <a:rPr lang="en-GB" dirty="0"/>
              <a:t>In-depth knowledge of gameplay systems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D9885BA-A9A2-4377-B495-59924FCF6FC6}"/>
              </a:ext>
            </a:extLst>
          </p:cNvPr>
          <p:cNvSpPr txBox="1">
            <a:spLocks/>
          </p:cNvSpPr>
          <p:nvPr/>
        </p:nvSpPr>
        <p:spPr>
          <a:xfrm>
            <a:off x="992188" y="1833563"/>
            <a:ext cx="3144383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EF8748A-471B-4AC8-87ED-5C54C6625821}"/>
              </a:ext>
            </a:extLst>
          </p:cNvPr>
          <p:cNvSpPr txBox="1">
            <a:spLocks/>
          </p:cNvSpPr>
          <p:nvPr/>
        </p:nvSpPr>
        <p:spPr>
          <a:xfrm>
            <a:off x="992188" y="2657475"/>
            <a:ext cx="3144383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558DC2B-F0C4-48A5-831C-E333EF58439E}"/>
              </a:ext>
            </a:extLst>
          </p:cNvPr>
          <p:cNvSpPr txBox="1">
            <a:spLocks/>
          </p:cNvSpPr>
          <p:nvPr/>
        </p:nvSpPr>
        <p:spPr>
          <a:xfrm>
            <a:off x="4136571" y="1676586"/>
            <a:ext cx="3144383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28FCF4B3-E47E-4A9B-BC8D-ECF11ECFB85E}"/>
              </a:ext>
            </a:extLst>
          </p:cNvPr>
          <p:cNvSpPr txBox="1">
            <a:spLocks/>
          </p:cNvSpPr>
          <p:nvPr/>
        </p:nvSpPr>
        <p:spPr>
          <a:xfrm>
            <a:off x="4136571" y="2500498"/>
            <a:ext cx="3144383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87C4476-3FEF-40C7-9430-EBF64CC3EB0D}"/>
              </a:ext>
            </a:extLst>
          </p:cNvPr>
          <p:cNvSpPr txBox="1">
            <a:spLocks/>
          </p:cNvSpPr>
          <p:nvPr/>
        </p:nvSpPr>
        <p:spPr>
          <a:xfrm>
            <a:off x="4441279" y="2500498"/>
            <a:ext cx="3144383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915C1F0B-73E1-449C-B190-75C42F0642F7}"/>
              </a:ext>
            </a:extLst>
          </p:cNvPr>
          <p:cNvSpPr txBox="1">
            <a:spLocks/>
          </p:cNvSpPr>
          <p:nvPr/>
        </p:nvSpPr>
        <p:spPr>
          <a:xfrm>
            <a:off x="4604502" y="1833563"/>
            <a:ext cx="3144383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Morgan – Technical director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3D54B4D-A138-49FE-862F-487D26506277}"/>
              </a:ext>
            </a:extLst>
          </p:cNvPr>
          <p:cNvSpPr txBox="1">
            <a:spLocks/>
          </p:cNvSpPr>
          <p:nvPr/>
        </p:nvSpPr>
        <p:spPr>
          <a:xfrm>
            <a:off x="8317557" y="1833563"/>
            <a:ext cx="3144383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Harrison – User experience guru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C76D7EC4-06FC-4D25-BA54-70BC730473FE}"/>
              </a:ext>
            </a:extLst>
          </p:cNvPr>
          <p:cNvSpPr txBox="1">
            <a:spLocks/>
          </p:cNvSpPr>
          <p:nvPr/>
        </p:nvSpPr>
        <p:spPr>
          <a:xfrm>
            <a:off x="4523807" y="2657475"/>
            <a:ext cx="3144383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Very experienced with unity</a:t>
            </a:r>
          </a:p>
          <a:p>
            <a:r>
              <a:rPr lang="en-GB" dirty="0"/>
              <a:t>Proficient in C#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D5CEFC37-E538-45A6-8F0D-E9F60CE72DD6}"/>
              </a:ext>
            </a:extLst>
          </p:cNvPr>
          <p:cNvSpPr txBox="1">
            <a:spLocks/>
          </p:cNvSpPr>
          <p:nvPr/>
        </p:nvSpPr>
        <p:spPr>
          <a:xfrm>
            <a:off x="8180051" y="2800350"/>
            <a:ext cx="3144383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Great qualitative and quantitative data analysis skills</a:t>
            </a:r>
          </a:p>
          <a:p>
            <a:r>
              <a:rPr lang="en-GB" dirty="0"/>
              <a:t>Full stack developer</a:t>
            </a:r>
          </a:p>
          <a:p>
            <a:endParaRPr lang="en-GB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49AD283-0209-46B5-B647-95B7355555D0}"/>
              </a:ext>
            </a:extLst>
          </p:cNvPr>
          <p:cNvSpPr txBox="1">
            <a:spLocks/>
          </p:cNvSpPr>
          <p:nvPr/>
        </p:nvSpPr>
        <p:spPr>
          <a:xfrm>
            <a:off x="992188" y="1598098"/>
            <a:ext cx="3144383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Jon – Project manager</a:t>
            </a:r>
          </a:p>
        </p:txBody>
      </p:sp>
    </p:spTree>
    <p:extLst>
      <p:ext uri="{BB962C8B-B14F-4D97-AF65-F5344CB8AC3E}">
        <p14:creationId xmlns:p14="http://schemas.microsoft.com/office/powerpoint/2010/main" val="3753333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EC904-0EE4-4768-A1D3-5B802F1A6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Problem domain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A41BD-C415-49F4-B93A-D96471566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3078" y="3647381"/>
            <a:ext cx="10811657" cy="1455313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GB" sz="2600" dirty="0"/>
              <a:t>Solution:</a:t>
            </a:r>
          </a:p>
          <a:p>
            <a:r>
              <a:rPr lang="en-GB" sz="2400" dirty="0"/>
              <a:t>Implemented a skill-based cocktail creation system (timing, selection, accuracy)</a:t>
            </a:r>
          </a:p>
          <a:p>
            <a:r>
              <a:rPr lang="en-GB" sz="2400" dirty="0"/>
              <a:t>Introduce a </a:t>
            </a:r>
            <a:r>
              <a:rPr lang="en-GB" sz="2400" b="1" dirty="0"/>
              <a:t>dynamic reputation system</a:t>
            </a:r>
            <a:r>
              <a:rPr lang="en-GB" sz="2400" dirty="0"/>
              <a:t> that rewards/punishes player performance</a:t>
            </a:r>
          </a:p>
          <a:p>
            <a:r>
              <a:rPr lang="en-GB" sz="2400" dirty="0"/>
              <a:t>Provide clear visual and audio feedback</a:t>
            </a:r>
          </a:p>
          <a:p>
            <a:pPr marL="0" indent="0" algn="ctr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0FB36F-3730-84A8-7491-7DB72170BD49}"/>
              </a:ext>
            </a:extLst>
          </p:cNvPr>
          <p:cNvSpPr txBox="1"/>
          <p:nvPr/>
        </p:nvSpPr>
        <p:spPr>
          <a:xfrm>
            <a:off x="1173078" y="1825625"/>
            <a:ext cx="108116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Lack of skill-based systems that reward precision/timing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No meaningful feedback loop (like reputation) tied to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Limited </a:t>
            </a:r>
            <a:r>
              <a:rPr lang="en-GB" sz="2000" b="1" dirty="0"/>
              <a:t>player feedback</a:t>
            </a:r>
            <a:r>
              <a:rPr lang="en-GB" sz="2000" dirty="0"/>
              <a:t>, making it unclear how well the player is performing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850036-F72E-3B70-1D61-79DB5441DC82}"/>
              </a:ext>
            </a:extLst>
          </p:cNvPr>
          <p:cNvSpPr txBox="1"/>
          <p:nvPr/>
        </p:nvSpPr>
        <p:spPr>
          <a:xfrm>
            <a:off x="1173079" y="5243743"/>
            <a:ext cx="104073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Competitors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Overcooked!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Bartender Simulator</a:t>
            </a:r>
          </a:p>
        </p:txBody>
      </p:sp>
    </p:spTree>
    <p:extLst>
      <p:ext uri="{BB962C8B-B14F-4D97-AF65-F5344CB8AC3E}">
        <p14:creationId xmlns:p14="http://schemas.microsoft.com/office/powerpoint/2010/main" val="3246610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F4496-A61F-4F24-B96A-B10CF8FDE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Last orders so far…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6049FDD-9531-4925-AE29-36A07DAF3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100" y="1690688"/>
            <a:ext cx="10233800" cy="4351338"/>
          </a:xfrm>
        </p:spPr>
        <p:txBody>
          <a:bodyPr/>
          <a:lstStyle/>
          <a:p>
            <a:r>
              <a:rPr lang="en-GB" dirty="0"/>
              <a:t>3D environment</a:t>
            </a:r>
          </a:p>
          <a:p>
            <a:r>
              <a:rPr lang="en-GB" dirty="0"/>
              <a:t>Major game systems</a:t>
            </a:r>
          </a:p>
          <a:p>
            <a:r>
              <a:rPr lang="en-GB" dirty="0"/>
              <a:t>Gameplay loop</a:t>
            </a:r>
          </a:p>
          <a:p>
            <a:r>
              <a:rPr lang="en-GB" dirty="0"/>
              <a:t> Upgrades</a:t>
            </a:r>
          </a:p>
          <a:p>
            <a:r>
              <a:rPr lang="en-GB" dirty="0"/>
              <a:t>Basic FX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1360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060C8-6B41-4207-91F7-3EB0D6472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45932"/>
            <a:ext cx="10515600" cy="959586"/>
          </a:xfrm>
        </p:spPr>
        <p:txBody>
          <a:bodyPr vert="horz" wrap="none" lIns="91440" tIns="45720" rIns="91440" bIns="45720" rtlCol="0" anchor="t">
            <a:normAutofit/>
          </a:bodyPr>
          <a:lstStyle/>
          <a:p>
            <a:pPr algn="r"/>
            <a:r>
              <a:rPr lang="en-US" sz="40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Last orders so far…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266619F-BAA1-6A0C-A315-420513693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6493" t="9025" r="31453" b="36883"/>
          <a:stretch>
            <a:fillRect/>
          </a:stretch>
        </p:blipFill>
        <p:spPr>
          <a:xfrm>
            <a:off x="670767" y="548640"/>
            <a:ext cx="8117581" cy="459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235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38C47-859E-4631-BEB2-F4F3F8C69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68DB7-B58C-466C-9ABE-EC41CC61B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0447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B03593E-25E4-429B-985D-3D0D34670F94}"/>
              </a:ext>
            </a:extLst>
          </p:cNvPr>
          <p:cNvSpPr txBox="1"/>
          <p:nvPr/>
        </p:nvSpPr>
        <p:spPr>
          <a:xfrm>
            <a:off x="987552" y="475488"/>
            <a:ext cx="102168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Features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AA810BB-868E-E7E8-7915-87F8FDEB68E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Polished gameplay loop with progression</a:t>
            </a:r>
          </a:p>
          <a:p>
            <a:r>
              <a:rPr lang="en-GB" dirty="0"/>
              <a:t>More advanced player interactions (shake/ stir)</a:t>
            </a:r>
          </a:p>
          <a:p>
            <a:r>
              <a:rPr lang="en-GB" dirty="0"/>
              <a:t>10+ drink recipes</a:t>
            </a:r>
          </a:p>
          <a:p>
            <a:r>
              <a:rPr lang="en-GB" dirty="0"/>
              <a:t>Interchangeable ingredients based off active recipes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FB72B0A-84FB-839A-534B-0D67F477DF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MAP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E7091B6-40D1-EFBE-0762-314FEAEC1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MVP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81DE6B-C70B-5C3A-31BC-4F806DA4BD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Basic gameplay loop</a:t>
            </a:r>
          </a:p>
          <a:p>
            <a:r>
              <a:rPr lang="en-GB" dirty="0"/>
              <a:t>Simple player interactions</a:t>
            </a:r>
          </a:p>
          <a:p>
            <a:r>
              <a:rPr lang="en-GB" dirty="0"/>
              <a:t>5 drink recipes</a:t>
            </a:r>
          </a:p>
          <a:p>
            <a:r>
              <a:rPr lang="en-GB" dirty="0"/>
              <a:t>9 total ingredients </a:t>
            </a:r>
          </a:p>
        </p:txBody>
      </p:sp>
    </p:spTree>
    <p:extLst>
      <p:ext uri="{BB962C8B-B14F-4D97-AF65-F5344CB8AC3E}">
        <p14:creationId xmlns:p14="http://schemas.microsoft.com/office/powerpoint/2010/main" val="4166944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D4E11C7-7BD5-4045-AC27-3F529BEC7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71E87-D4CE-0C10-93B8-5C92391A9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786"/>
            <a:ext cx="3473851" cy="4626428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>
                <a:solidFill>
                  <a:schemeClr val="tx1">
                    <a:lumMod val="95000"/>
                  </a:schemeClr>
                </a:solidFill>
              </a:rPr>
              <a:t>Next steps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FCCE20-1E4F-44FF-87B4-379D391A2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32907"/>
            <a:ext cx="0" cy="279218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D24E9A-239A-F70A-4351-CD4AB61EFF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96543" y="1115786"/>
            <a:ext cx="5713790" cy="46264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tx1">
                    <a:lumMod val="95000"/>
                  </a:schemeClr>
                </a:solidFill>
              </a:rPr>
              <a:t>Basic reputation system</a:t>
            </a:r>
          </a:p>
          <a:p>
            <a:r>
              <a:rPr lang="en-US" sz="2000">
                <a:solidFill>
                  <a:schemeClr val="tx1">
                    <a:lumMod val="95000"/>
                  </a:schemeClr>
                </a:solidFill>
              </a:rPr>
              <a:t>UI polish</a:t>
            </a:r>
          </a:p>
          <a:p>
            <a:r>
              <a:rPr lang="en-US" sz="2000">
                <a:solidFill>
                  <a:schemeClr val="tx1">
                    <a:lumMod val="95000"/>
                  </a:schemeClr>
                </a:solidFill>
              </a:rPr>
              <a:t>More FX (mainly sound)</a:t>
            </a:r>
          </a:p>
          <a:p>
            <a:r>
              <a:rPr lang="en-US" sz="2000">
                <a:solidFill>
                  <a:schemeClr val="tx1">
                    <a:lumMod val="95000"/>
                  </a:schemeClr>
                </a:solidFill>
              </a:rPr>
              <a:t>More advanced progression system</a:t>
            </a:r>
          </a:p>
        </p:txBody>
      </p:sp>
    </p:spTree>
    <p:extLst>
      <p:ext uri="{BB962C8B-B14F-4D97-AF65-F5344CB8AC3E}">
        <p14:creationId xmlns:p14="http://schemas.microsoft.com/office/powerpoint/2010/main" val="3670692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4962833-2EBB-47A0-9823-D4F8E16EE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30672E-3D7F-4993-A10B-0BC2E6CDD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7313" y="687388"/>
            <a:ext cx="6290687" cy="5483225"/>
          </a:xfrm>
          <a:effectLst/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sz="7200" spc="-300" dirty="0">
                <a:solidFill>
                  <a:schemeClr val="tx1">
                    <a:lumMod val="95000"/>
                  </a:schemeClr>
                </a:soli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Thanks</a:t>
            </a:r>
            <a:br>
              <a:rPr lang="en-US" sz="7200" spc="-300" dirty="0">
                <a:solidFill>
                  <a:schemeClr val="tx1">
                    <a:lumMod val="95000"/>
                  </a:schemeClr>
                </a:soli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</a:br>
            <a:r>
              <a:rPr lang="en-US" sz="7200" spc="-300" dirty="0">
                <a:solidFill>
                  <a:schemeClr val="tx1">
                    <a:lumMod val="95000"/>
                  </a:schemeClr>
                </a:soli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Any questions?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FCCE20-1E4F-44FF-87B4-379D391A2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580" y="2032907"/>
            <a:ext cx="0" cy="27921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39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105</TotalTime>
  <Words>209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Corbel</vt:lpstr>
      <vt:lpstr>Depth</vt:lpstr>
      <vt:lpstr> Last orders</vt:lpstr>
      <vt:lpstr>Team composition recap</vt:lpstr>
      <vt:lpstr>Problem domain</vt:lpstr>
      <vt:lpstr>Last orders so far…</vt:lpstr>
      <vt:lpstr>Last orders so far…</vt:lpstr>
      <vt:lpstr>Team website</vt:lpstr>
      <vt:lpstr>PowerPoint Presentation</vt:lpstr>
      <vt:lpstr>Next steps</vt:lpstr>
      <vt:lpstr>Thanks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Last orders</dc:title>
  <dc:creator>(s) Jonathan Andrews</dc:creator>
  <cp:lastModifiedBy>Jonathan Andrews</cp:lastModifiedBy>
  <cp:revision>7</cp:revision>
  <dcterms:created xsi:type="dcterms:W3CDTF">2026-03-09T14:56:07Z</dcterms:created>
  <dcterms:modified xsi:type="dcterms:W3CDTF">2026-04-20T14:28:28Z</dcterms:modified>
</cp:coreProperties>
</file>