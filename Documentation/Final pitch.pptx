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65" r:id="rId4"/>
    <p:sldId id="258" r:id="rId5"/>
    <p:sldId id="261" r:id="rId6"/>
    <p:sldId id="266" r:id="rId7"/>
    <p:sldId id="267" r:id="rId8"/>
    <p:sldId id="268" r:id="rId9"/>
    <p:sldId id="269" r:id="rId10"/>
    <p:sldId id="264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0" y="18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8B0F-123C-48DF-B2B9-806A9A5212CF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924AF-48F3-4CD3-99CB-5E7C46EC8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2537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8B0F-123C-48DF-B2B9-806A9A5212CF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924AF-48F3-4CD3-99CB-5E7C46EC8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678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8B0F-123C-48DF-B2B9-806A9A5212CF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924AF-48F3-4CD3-99CB-5E7C46EC8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4405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8B0F-123C-48DF-B2B9-806A9A5212CF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924AF-48F3-4CD3-99CB-5E7C46EC8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4949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8B0F-123C-48DF-B2B9-806A9A5212CF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924AF-48F3-4CD3-99CB-5E7C46EC8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3032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8B0F-123C-48DF-B2B9-806A9A5212CF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924AF-48F3-4CD3-99CB-5E7C46EC8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9898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8B0F-123C-48DF-B2B9-806A9A5212CF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924AF-48F3-4CD3-99CB-5E7C46EC8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2454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8B0F-123C-48DF-B2B9-806A9A5212CF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924AF-48F3-4CD3-99CB-5E7C46EC8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700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8B0F-123C-48DF-B2B9-806A9A5212CF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924AF-48F3-4CD3-99CB-5E7C46EC8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526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8B0F-123C-48DF-B2B9-806A9A5212CF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924AF-48F3-4CD3-99CB-5E7C46EC8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355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8B0F-123C-48DF-B2B9-806A9A5212CF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924AF-48F3-4CD3-99CB-5E7C46EC8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590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8B0F-123C-48DF-B2B9-806A9A5212CF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924AF-48F3-4CD3-99CB-5E7C46EC8A9A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063554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8B0F-123C-48DF-B2B9-806A9A5212CF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924AF-48F3-4CD3-99CB-5E7C46EC8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4976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8B0F-123C-48DF-B2B9-806A9A5212CF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924AF-48F3-4CD3-99CB-5E7C46EC8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31225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8B0F-123C-48DF-B2B9-806A9A5212CF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924AF-48F3-4CD3-99CB-5E7C46EC8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72432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8B0F-123C-48DF-B2B9-806A9A5212CF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924AF-48F3-4CD3-99CB-5E7C46EC8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50180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8B0F-123C-48DF-B2B9-806A9A5212CF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924AF-48F3-4CD3-99CB-5E7C46EC8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6994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F1058B0F-123C-48DF-B2B9-806A9A5212CF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2E8924AF-48F3-4CD3-99CB-5E7C46EC8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47692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52C0C-DE17-4912-90BB-B503A84AE5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47849"/>
            <a:ext cx="9144000" cy="2387600"/>
          </a:xfrm>
        </p:spPr>
        <p:txBody>
          <a:bodyPr>
            <a:normAutofit fontScale="90000"/>
          </a:bodyPr>
          <a:lstStyle/>
          <a:p>
            <a:br>
              <a:rPr lang="en-GB" dirty="0"/>
            </a:br>
            <a:r>
              <a:rPr lang="en-GB" dirty="0"/>
              <a:t>Last orders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A73351-1C7E-40F7-8020-6DD8AED156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728" b="10419"/>
          <a:stretch/>
        </p:blipFill>
        <p:spPr>
          <a:xfrm>
            <a:off x="1276325" y="384049"/>
            <a:ext cx="963935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970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A526C-B37D-49CC-9BF1-066D1FDC9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Team composition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660717-A064-4360-BFF4-B1441C32AA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3144383" cy="3684588"/>
          </a:xfrm>
        </p:spPr>
        <p:txBody>
          <a:bodyPr/>
          <a:lstStyle/>
          <a:p>
            <a:r>
              <a:rPr lang="en-GB" dirty="0"/>
              <a:t>Develop core game systems</a:t>
            </a:r>
          </a:p>
          <a:p>
            <a:r>
              <a:rPr lang="en-GB" dirty="0"/>
              <a:t>Implemented FX 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D9885BA-A9A2-4377-B495-59924FCF6FC6}"/>
              </a:ext>
            </a:extLst>
          </p:cNvPr>
          <p:cNvSpPr txBox="1">
            <a:spLocks/>
          </p:cNvSpPr>
          <p:nvPr/>
        </p:nvSpPr>
        <p:spPr>
          <a:xfrm>
            <a:off x="992188" y="1833563"/>
            <a:ext cx="3144383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EF8748A-471B-4AC8-87ED-5C54C6625821}"/>
              </a:ext>
            </a:extLst>
          </p:cNvPr>
          <p:cNvSpPr txBox="1">
            <a:spLocks/>
          </p:cNvSpPr>
          <p:nvPr/>
        </p:nvSpPr>
        <p:spPr>
          <a:xfrm>
            <a:off x="992188" y="2657475"/>
            <a:ext cx="3144383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558DC2B-F0C4-48A5-831C-E333EF58439E}"/>
              </a:ext>
            </a:extLst>
          </p:cNvPr>
          <p:cNvSpPr txBox="1">
            <a:spLocks/>
          </p:cNvSpPr>
          <p:nvPr/>
        </p:nvSpPr>
        <p:spPr>
          <a:xfrm>
            <a:off x="4136571" y="1676586"/>
            <a:ext cx="3144383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28FCF4B3-E47E-4A9B-BC8D-ECF11ECFB85E}"/>
              </a:ext>
            </a:extLst>
          </p:cNvPr>
          <p:cNvSpPr txBox="1">
            <a:spLocks/>
          </p:cNvSpPr>
          <p:nvPr/>
        </p:nvSpPr>
        <p:spPr>
          <a:xfrm>
            <a:off x="4136571" y="2500498"/>
            <a:ext cx="3144383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87C4476-3FEF-40C7-9430-EBF64CC3EB0D}"/>
              </a:ext>
            </a:extLst>
          </p:cNvPr>
          <p:cNvSpPr txBox="1">
            <a:spLocks/>
          </p:cNvSpPr>
          <p:nvPr/>
        </p:nvSpPr>
        <p:spPr>
          <a:xfrm>
            <a:off x="4441279" y="2500498"/>
            <a:ext cx="3144383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915C1F0B-73E1-449C-B190-75C42F0642F7}"/>
              </a:ext>
            </a:extLst>
          </p:cNvPr>
          <p:cNvSpPr txBox="1">
            <a:spLocks/>
          </p:cNvSpPr>
          <p:nvPr/>
        </p:nvSpPr>
        <p:spPr>
          <a:xfrm>
            <a:off x="4604502" y="1833563"/>
            <a:ext cx="3144383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Morgan – Technical director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3D54B4D-A138-49FE-862F-487D26506277}"/>
              </a:ext>
            </a:extLst>
          </p:cNvPr>
          <p:cNvSpPr txBox="1">
            <a:spLocks/>
          </p:cNvSpPr>
          <p:nvPr/>
        </p:nvSpPr>
        <p:spPr>
          <a:xfrm>
            <a:off x="8317557" y="1833563"/>
            <a:ext cx="3144383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Harrison – User experience guru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C76D7EC4-06FC-4D25-BA54-70BC730473FE}"/>
              </a:ext>
            </a:extLst>
          </p:cNvPr>
          <p:cNvSpPr txBox="1">
            <a:spLocks/>
          </p:cNvSpPr>
          <p:nvPr/>
        </p:nvSpPr>
        <p:spPr>
          <a:xfrm>
            <a:off x="4523807" y="2657475"/>
            <a:ext cx="3144383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Implemented player interactions</a:t>
            </a:r>
          </a:p>
          <a:p>
            <a:r>
              <a:rPr lang="en-GB" dirty="0"/>
              <a:t>Linked data to UI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D5CEFC37-E538-45A6-8F0D-E9F60CE72DD6}"/>
              </a:ext>
            </a:extLst>
          </p:cNvPr>
          <p:cNvSpPr txBox="1">
            <a:spLocks/>
          </p:cNvSpPr>
          <p:nvPr/>
        </p:nvSpPr>
        <p:spPr>
          <a:xfrm>
            <a:off x="8180051" y="2800350"/>
            <a:ext cx="3144383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Test designer</a:t>
            </a:r>
          </a:p>
          <a:p>
            <a:r>
              <a:rPr lang="en-GB" dirty="0"/>
              <a:t>UI designer</a:t>
            </a:r>
          </a:p>
          <a:p>
            <a:r>
              <a:rPr lang="en-GB" dirty="0"/>
              <a:t>Testing data collection and analysis.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49AD283-0209-46B5-B647-95B7355555D0}"/>
              </a:ext>
            </a:extLst>
          </p:cNvPr>
          <p:cNvSpPr txBox="1">
            <a:spLocks/>
          </p:cNvSpPr>
          <p:nvPr/>
        </p:nvSpPr>
        <p:spPr>
          <a:xfrm>
            <a:off x="992188" y="1598098"/>
            <a:ext cx="3144383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Jon – Project manager</a:t>
            </a:r>
          </a:p>
        </p:txBody>
      </p:sp>
    </p:spTree>
    <p:extLst>
      <p:ext uri="{BB962C8B-B14F-4D97-AF65-F5344CB8AC3E}">
        <p14:creationId xmlns:p14="http://schemas.microsoft.com/office/powerpoint/2010/main" val="3753333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EC904-0EE4-4768-A1D3-5B802F1A6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000" dirty="0"/>
              <a:t>The drinks are coming thick and fast can you keep up?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A41BD-C415-49F4-B93A-D96471566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en-GB" dirty="0"/>
              <a:t>Last orders is a 3D bar simulation game where you must mix drinks to satisfy customers. Earn money to pay rent and upgrade your bar to become the best.</a:t>
            </a:r>
          </a:p>
        </p:txBody>
      </p:sp>
    </p:spTree>
    <p:extLst>
      <p:ext uri="{BB962C8B-B14F-4D97-AF65-F5344CB8AC3E}">
        <p14:creationId xmlns:p14="http://schemas.microsoft.com/office/powerpoint/2010/main" val="1367285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060C8-6B41-4207-91F7-3EB0D6472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45932"/>
            <a:ext cx="10515600" cy="959586"/>
          </a:xfrm>
        </p:spPr>
        <p:txBody>
          <a:bodyPr vert="horz" wrap="none" lIns="91440" tIns="45720" rIns="91440" bIns="45720" rtlCol="0" anchor="t">
            <a:normAutofit/>
          </a:bodyPr>
          <a:lstStyle/>
          <a:p>
            <a:pPr algn="r"/>
            <a:r>
              <a:rPr lang="en-US" sz="4000" spc="-300" dirty="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rPr>
              <a:t>Last orders currently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266619F-BAA1-6A0C-A315-4205136936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6493" t="9025" r="31453" b="36883"/>
          <a:stretch>
            <a:fillRect/>
          </a:stretch>
        </p:blipFill>
        <p:spPr>
          <a:xfrm>
            <a:off x="4913376" y="1245906"/>
            <a:ext cx="6886396" cy="390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235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EC904-0EE4-4768-A1D3-5B802F1A6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Problem domain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A41BD-C415-49F4-B93A-D96471566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3078" y="3647381"/>
            <a:ext cx="10811657" cy="1455313"/>
          </a:xfrm>
        </p:spPr>
        <p:txBody>
          <a:bodyPr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GB" sz="2600" dirty="0"/>
              <a:t>Solution:</a:t>
            </a:r>
          </a:p>
          <a:p>
            <a:r>
              <a:rPr lang="en-GB" sz="2400" dirty="0"/>
              <a:t>Implemented a skill-based cocktail creation system (timing, selection, accuracy)</a:t>
            </a:r>
          </a:p>
          <a:p>
            <a:r>
              <a:rPr lang="en-GB" sz="2400" dirty="0"/>
              <a:t>Introduce a </a:t>
            </a:r>
            <a:r>
              <a:rPr lang="en-GB" sz="2400" b="1" dirty="0"/>
              <a:t>dynamic reputation system</a:t>
            </a:r>
            <a:r>
              <a:rPr lang="en-GB" sz="2400" dirty="0"/>
              <a:t> that rewards/punishes player performance</a:t>
            </a:r>
          </a:p>
          <a:p>
            <a:r>
              <a:rPr lang="en-GB" sz="2400" dirty="0"/>
              <a:t>Provide clear visual and audio feedback</a:t>
            </a:r>
          </a:p>
          <a:p>
            <a:pPr marL="0" indent="0" algn="ctr">
              <a:buNone/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0FB36F-3730-84A8-7491-7DB72170BD49}"/>
              </a:ext>
            </a:extLst>
          </p:cNvPr>
          <p:cNvSpPr txBox="1"/>
          <p:nvPr/>
        </p:nvSpPr>
        <p:spPr>
          <a:xfrm>
            <a:off x="1173078" y="1825625"/>
            <a:ext cx="108116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Problem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Lack of skill-based systems that reward precision/timing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No meaningful feedback loop (like reputation) tied to performance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Limited </a:t>
            </a:r>
            <a:r>
              <a:rPr lang="en-GB" sz="2000" b="1" dirty="0"/>
              <a:t>player feedback</a:t>
            </a:r>
            <a:r>
              <a:rPr lang="en-GB" sz="2000" dirty="0"/>
              <a:t>, making it unclear how well the player is performing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850036-F72E-3B70-1D61-79DB5441DC82}"/>
              </a:ext>
            </a:extLst>
          </p:cNvPr>
          <p:cNvSpPr txBox="1"/>
          <p:nvPr/>
        </p:nvSpPr>
        <p:spPr>
          <a:xfrm>
            <a:off x="1173079" y="5243743"/>
            <a:ext cx="104073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Competitors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Overcooked!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Bartender Simulator</a:t>
            </a:r>
          </a:p>
        </p:txBody>
      </p:sp>
    </p:spTree>
    <p:extLst>
      <p:ext uri="{BB962C8B-B14F-4D97-AF65-F5344CB8AC3E}">
        <p14:creationId xmlns:p14="http://schemas.microsoft.com/office/powerpoint/2010/main" val="3246610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01FE0-97EC-138F-8391-8ACE366B0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market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403E6-8890-5ABF-B791-74DE81B58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Target users – Casual players who enjoy simulation and management-style games and fans of short gameplay loops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Market size - Global games market exceeds $150+ billion annually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Popularity - Cooking/simulation games have strong engagement (Overcooked!), Rising interest in job simulation and “task satisfaction” games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Promotion strategy – Devlogs and progress updates, Short-form content</a:t>
            </a:r>
          </a:p>
        </p:txBody>
      </p:sp>
    </p:spTree>
    <p:extLst>
      <p:ext uri="{BB962C8B-B14F-4D97-AF65-F5344CB8AC3E}">
        <p14:creationId xmlns:p14="http://schemas.microsoft.com/office/powerpoint/2010/main" val="3661998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985D2-2671-33A2-56D5-EA87B8433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prototype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60705-E37F-E539-8D4D-5A098FD01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Basic gameplay loop with simple player interactions and minimal recipes</a:t>
            </a:r>
          </a:p>
          <a:p>
            <a:endParaRPr lang="en-GB" dirty="0"/>
          </a:p>
          <a:p>
            <a:r>
              <a:rPr lang="en-GB" dirty="0"/>
              <a:t>Saw the need for more advanced interactions, a progression system tied to skill and feedback for the player</a:t>
            </a:r>
          </a:p>
          <a:p>
            <a:endParaRPr lang="en-GB" dirty="0"/>
          </a:p>
          <a:p>
            <a:r>
              <a:rPr lang="en-GB" dirty="0"/>
              <a:t>Made additional plans for a reputation system and FX text pop-ups with feedback to let the player gauge performance</a:t>
            </a:r>
          </a:p>
        </p:txBody>
      </p:sp>
    </p:spTree>
    <p:extLst>
      <p:ext uri="{BB962C8B-B14F-4D97-AF65-F5344CB8AC3E}">
        <p14:creationId xmlns:p14="http://schemas.microsoft.com/office/powerpoint/2010/main" val="3370205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F5C86-2DFA-D3FF-5527-CD2623436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MVP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EE3B1-C891-FB16-3B43-7D90F06A2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Complete game-loop with some basic upgrades and a shake and stir interactions. 5 drink recipes with 9 ingredients.</a:t>
            </a:r>
          </a:p>
          <a:p>
            <a:endParaRPr lang="en-GB" dirty="0"/>
          </a:p>
          <a:p>
            <a:r>
              <a:rPr lang="en-GB" dirty="0"/>
              <a:t>Confirmed gameplay was enjoyable even with minimal content, needed some balancing for progression and FX in some places</a:t>
            </a:r>
          </a:p>
          <a:p>
            <a:endParaRPr lang="en-GB" dirty="0"/>
          </a:p>
          <a:p>
            <a:r>
              <a:rPr lang="en-GB" dirty="0"/>
              <a:t>Play tested more often to improve balance and sound effects added</a:t>
            </a:r>
          </a:p>
        </p:txBody>
      </p:sp>
    </p:spTree>
    <p:extLst>
      <p:ext uri="{BB962C8B-B14F-4D97-AF65-F5344CB8AC3E}">
        <p14:creationId xmlns:p14="http://schemas.microsoft.com/office/powerpoint/2010/main" val="527323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95739-0A4E-63D6-D971-44FD185F1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9AE44-F9C5-A643-1365-FA614D84F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Complete game-loop with 5 upgrade types. </a:t>
            </a:r>
          </a:p>
          <a:p>
            <a:r>
              <a:rPr lang="en-GB" dirty="0"/>
              <a:t>5 drink recipes with 9 ingredients. </a:t>
            </a:r>
          </a:p>
          <a:p>
            <a:r>
              <a:rPr lang="en-GB" dirty="0"/>
              <a:t>Player interaction of shake, stir and drag-drop for garnishes. </a:t>
            </a:r>
          </a:p>
          <a:p>
            <a:r>
              <a:rPr lang="en-GB" dirty="0"/>
              <a:t>Feedback for player to know current performance. Recipe book for references to recipes</a:t>
            </a:r>
          </a:p>
          <a:p>
            <a:r>
              <a:rPr lang="en-GB" dirty="0"/>
              <a:t>Ambient sound FX</a:t>
            </a:r>
          </a:p>
          <a:p>
            <a:r>
              <a:rPr lang="en-GB" dirty="0"/>
              <a:t>Reset drink feature with additional FX and early closure</a:t>
            </a:r>
          </a:p>
        </p:txBody>
      </p:sp>
    </p:spTree>
    <p:extLst>
      <p:ext uri="{BB962C8B-B14F-4D97-AF65-F5344CB8AC3E}">
        <p14:creationId xmlns:p14="http://schemas.microsoft.com/office/powerpoint/2010/main" val="969727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D4E11C7-7BD5-4045-AC27-3F529BEC7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471E87-D4CE-0C10-93B8-5C92391A9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786"/>
            <a:ext cx="3473851" cy="4626428"/>
          </a:xfr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000">
                <a:solidFill>
                  <a:schemeClr val="tx1">
                    <a:lumMod val="95000"/>
                  </a:schemeClr>
                </a:solidFill>
              </a:rPr>
              <a:t>Next steps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1FCCE20-1E4F-44FF-87B4-379D391A2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32907"/>
            <a:ext cx="0" cy="279218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D24E9A-239A-F70A-4351-CD4AB61EFF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996543" y="1115786"/>
            <a:ext cx="5713790" cy="46264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solidFill>
                  <a:schemeClr val="tx1">
                    <a:lumMod val="95000"/>
                  </a:schemeClr>
                </a:solidFill>
              </a:rPr>
              <a:t>Basic reputation system</a:t>
            </a:r>
          </a:p>
          <a:p>
            <a:r>
              <a:rPr lang="en-US" sz="2000">
                <a:solidFill>
                  <a:schemeClr val="tx1">
                    <a:lumMod val="95000"/>
                  </a:schemeClr>
                </a:solidFill>
              </a:rPr>
              <a:t>UI polish</a:t>
            </a:r>
          </a:p>
          <a:p>
            <a:r>
              <a:rPr lang="en-US" sz="2000">
                <a:solidFill>
                  <a:schemeClr val="tx1">
                    <a:lumMod val="95000"/>
                  </a:schemeClr>
                </a:solidFill>
              </a:rPr>
              <a:t>More FX (mainly sound)</a:t>
            </a:r>
          </a:p>
          <a:p>
            <a:r>
              <a:rPr lang="en-US" sz="2000">
                <a:solidFill>
                  <a:schemeClr val="tx1">
                    <a:lumMod val="95000"/>
                  </a:schemeClr>
                </a:solidFill>
              </a:rPr>
              <a:t>More advanced progression system</a:t>
            </a:r>
          </a:p>
        </p:txBody>
      </p:sp>
    </p:spTree>
    <p:extLst>
      <p:ext uri="{BB962C8B-B14F-4D97-AF65-F5344CB8AC3E}">
        <p14:creationId xmlns:p14="http://schemas.microsoft.com/office/powerpoint/2010/main" val="3670692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4962833-2EBB-47A0-9823-D4F8E16EE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30672E-3D7F-4993-A10B-0BC2E6CDD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7313" y="687388"/>
            <a:ext cx="6290687" cy="5483225"/>
          </a:xfrm>
          <a:effectLst/>
        </p:spPr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en-US" sz="7200" spc="-300" dirty="0">
                <a:solidFill>
                  <a:schemeClr val="tx1">
                    <a:lumMod val="95000"/>
                  </a:schemeClr>
                </a:soli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rPr>
              <a:t>Thanks</a:t>
            </a:r>
            <a:br>
              <a:rPr lang="en-US" sz="7200" spc="-300" dirty="0">
                <a:solidFill>
                  <a:schemeClr val="tx1">
                    <a:lumMod val="95000"/>
                  </a:schemeClr>
                </a:soli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rPr>
            </a:br>
            <a:r>
              <a:rPr lang="en-US" sz="7200" spc="-300" dirty="0">
                <a:solidFill>
                  <a:schemeClr val="tx1">
                    <a:lumMod val="95000"/>
                  </a:schemeClr>
                </a:soli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rPr>
              <a:t>Any questions?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FCCE20-1E4F-44FF-87B4-379D391A2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5580" y="2032907"/>
            <a:ext cx="0" cy="27921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4398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127</TotalTime>
  <Words>400</Words>
  <Application>Microsoft Office PowerPoint</Application>
  <PresentationFormat>Widescreen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Corbel</vt:lpstr>
      <vt:lpstr>Depth</vt:lpstr>
      <vt:lpstr> Last orders</vt:lpstr>
      <vt:lpstr>Team composition</vt:lpstr>
      <vt:lpstr>The drinks are coming thick and fast can you keep up? </vt:lpstr>
      <vt:lpstr>Last orders currently</vt:lpstr>
      <vt:lpstr>Problem domain</vt:lpstr>
      <vt:lpstr>The market</vt:lpstr>
      <vt:lpstr>The prototype</vt:lpstr>
      <vt:lpstr>MVP</vt:lpstr>
      <vt:lpstr>MAP</vt:lpstr>
      <vt:lpstr>Next steps</vt:lpstr>
      <vt:lpstr>Thanks 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Last orders</dc:title>
  <dc:creator>(s) Jonathan Andrews</dc:creator>
  <cp:lastModifiedBy>Jonathan Andrews</cp:lastModifiedBy>
  <cp:revision>10</cp:revision>
  <dcterms:created xsi:type="dcterms:W3CDTF">2026-03-09T14:56:07Z</dcterms:created>
  <dcterms:modified xsi:type="dcterms:W3CDTF">2026-04-20T14:52:24Z</dcterms:modified>
</cp:coreProperties>
</file>